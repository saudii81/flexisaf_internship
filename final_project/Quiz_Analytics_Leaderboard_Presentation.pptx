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Quiz Analytics &amp; Leaderboard Insights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75050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- Data Analysis &amp; Visualization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Saudatu Ibrahim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Instructors need to understand learner performance and trends.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Identify consistent performers and areas of improvement.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Detect anomalies, e.g., sudden jumps in scores (possible cheating).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Provide actionable insights and personalized feedback to learners.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Goal &amp; Target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Analyze quiz attempts to evaluate consistency and improvement.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Visualize data for easy interpretation.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Generate AI-powered or rule-based feedback.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Instructors &amp; educators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Learning product teams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Data analysts in EdTech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user_id: Unique learner identifier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quiz_id: Quiz identifier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score: Quiz score (0–100)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time_taken: Time to complete quiz (minutes)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timestamp: Date and time of attempt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Note: Users may have multiple attempts.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Data Exploration: head(), info(), describe()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Statistical Analysis: mean, median, mode, std, correlation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Data Visualization: histogram, scatter, boxplots, heatmap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4. AI-Powered Feedback (Optional): GPT API with rule-based fallback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 Stats: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Score: Mean=68.2, Median=72, Mode=78, Std=15.4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Time Taken: Mean=345, Median=320, Mode=298, Std=75.1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Insights: Most learners score mid-range; Some outliers detected.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350"/>
            <a:ext cx="8229600" cy="1143000"/>
          </a:xfrm>
        </p:spPr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57312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score and time_taken: -0.23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Slight negative correlation; faster attempts may have lower scores.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B48DA-D1AC-057B-C520-C54CD00D8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70" y="2468295"/>
            <a:ext cx="4277060" cy="3150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Visual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1. Score Distribution Histogram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2. Score vs Time Scatter Plot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3. Side-by-Side Boxplots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4BE049-62E2-C2EF-D89C-CA8031C01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580" y="1204602"/>
            <a:ext cx="2857745" cy="2220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0112BB-8413-0A5F-E8C0-741EE7022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5" y="3425179"/>
            <a:ext cx="3275028" cy="2518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14FC8C-8791-4CCE-69B6-B6F62DA59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863" y="3616931"/>
            <a:ext cx="5386387" cy="23266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AI-Powered Feedback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Score 82, Time 15: Good job! You are improving steadily.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Score 45, Time 25: Needs improvement. Consider revisiting materials.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Notes: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Feedback via GPT API if available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Rule-based fallback ensures availability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Most learners score 60–80 points.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Some learners show irregular score jumps (anomalies).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Fast attempts can sometimes lead to lower accuracy.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AI feedback helps learners understand strengths &amp; weaknesses.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Data analytics reveals learner behavior and performance trends.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Visualizations make insights interpretable for educators.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AI and rule-based feedback provides actionable guidance.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Can be scaled to larger datasets for continuous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Python: Pandas, NumPy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Visualization: Matplotlib, Seaborn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AI Feedback: OpenAI GPT API (Optional)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Environment: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VS 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quiz-analytics-leaderboard/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├─ Quiz_Analytics_Leaderboard.ipynb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├─ quiz_attempts.csv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├─ images/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├─ requirements.txt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└─ README.md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800"/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Pandas Documentation: https://pandas.pydata.org/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Matplotlib Documentation: https://matplotlib.org/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Seaborn Documentation: https://seaborn.pydata.org/</a:t>
            </a:r>
            <a:b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- OpenAI GPT API Docs: https://platform.openai.com/docs/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596</Words>
  <Application>Microsoft Office PowerPoint</Application>
  <PresentationFormat>On-screen Show (4:3)</PresentationFormat>
  <Paragraphs>43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Quiz Analytics &amp; Leaderboard Insights</vt:lpstr>
      <vt:lpstr>Problem Statement</vt:lpstr>
      <vt:lpstr>Project Goal &amp; Target Audience</vt:lpstr>
      <vt:lpstr>Dataset Overview</vt:lpstr>
      <vt:lpstr>Methodology</vt:lpstr>
      <vt:lpstr>Descriptive Statistics</vt:lpstr>
      <vt:lpstr>Correlation Analysis</vt:lpstr>
      <vt:lpstr>Visual Insights</vt:lpstr>
      <vt:lpstr>AI-Powered Feedback</vt:lpstr>
      <vt:lpstr>Key Insights</vt:lpstr>
      <vt:lpstr>Conclusion</vt:lpstr>
      <vt:lpstr>Technologies &amp; Tools</vt:lpstr>
      <vt:lpstr>Project Structure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Saudatu Ibrahim</cp:lastModifiedBy>
  <cp:revision>12</cp:revision>
  <dcterms:created xsi:type="dcterms:W3CDTF">2013-01-27T09:14:16Z</dcterms:created>
  <dcterms:modified xsi:type="dcterms:W3CDTF">2025-12-15T14:27:03Z</dcterms:modified>
  <cp:category/>
</cp:coreProperties>
</file>